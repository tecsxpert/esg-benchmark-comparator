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5" r:id="rId2"/>
    <p:sldId id="293" r:id="rId3"/>
    <p:sldId id="294" r:id="rId4"/>
    <p:sldId id="269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5DED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6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DA811-89BD-4B1E-9099-B0F41E44BB74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6D9F1-F91A-4E4B-8D3D-12B394B19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42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666A-C5EB-672D-B2E3-F7A919D8B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8ED7E-4E7B-08D5-66D8-A5415B203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1BC06-5431-BCD2-77F8-FA38F7AB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C168C-5F1C-EADA-53E1-988275EF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27BAE-5496-FFDD-E88A-14149FA0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9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EED1-029A-DACD-F149-B18FBB51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0186-8D09-85CD-D1C5-0126CB0F8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72AF-5ABF-34EC-BFD6-2C3CB59A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416B-7197-6A8E-05A4-188DCBEB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5D6B-D980-8921-6336-064349FB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28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07A7-7B81-5E76-38B9-39A1DBBA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A97B-5014-DC57-211E-32D6B04E7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AFCA-60B3-B252-0123-61B9D529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13C50-D2A3-79B8-E26D-E10C436B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83895-177B-CC22-A5C6-0F2ABE34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21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70F3-25A0-503B-B27B-43DA21F3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72F9-619B-466A-5EEE-EBA293496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280C-A77D-4A64-CC2A-6E69182C8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A18D5-653C-91BB-819A-F8E83EEA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27626-875A-64DF-B134-077AF096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746A4-5229-C26E-58B8-ABD3DCC4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2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3BC7-B708-A9FE-4F3F-A1152F4D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248E1-34AC-D780-D61A-D880727E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D537-A403-7777-E4E1-2844CED60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18AAF-7445-A357-3887-3EBC64D80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8DAFF-F347-B80A-A8CE-00FD0D296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E83D3-3A22-A514-C725-68CA5F54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0F8F6-0202-6053-E880-2077DE5D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FFAA4-C62D-62A3-1130-58202132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3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03A5-6A72-B379-A556-0FC50127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FFAC3-F991-A897-FB4C-596B98CE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23980-8BA4-09A7-7E5C-AC6397AD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13CCD-2FF0-32E9-5FBB-42164CEC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16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C9EE43-66F7-A3D5-9ED9-98FD56BA4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7FDCF-295E-41BE-214E-EDAFDBD4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329D4-10D5-8E5A-005C-175BC67F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56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9405-5781-BB88-55BD-D1CD377C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BF25-E722-193C-DD97-8F81691D7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A397C-1630-C518-A2DE-92F753C00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EA811-CA5E-BAFA-E19F-70E0DC04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7AD10-7FD3-4FDF-C72B-B893B410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D4EF8-D2E1-2186-B27A-12870E5A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4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167A-61E7-B106-FE86-455CAF90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94243-8A88-87D5-89B5-DCFC7481E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C338A-F8EC-4B32-EB14-AD002ED3D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C347F-C5B9-3311-EA78-E75378C0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5C0CC-6C0B-E98F-F6A9-4DC25DAB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F22A3-AD10-6695-6C20-D67C1892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12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D6B33-B46C-99A1-C8CB-5676414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FDB05-DAEF-ABCB-0C7C-860B53E70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556EE-44BE-1B54-1CAA-E940A1C7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2731A-F8C3-8EBF-5356-6142B092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9AB22-3ED6-E9AD-6416-0F1F365D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6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B68E4-839E-0586-1A97-F880B816F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7390B-2EBD-0AD9-C6D0-0C892BB0E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E9819-2B89-74F5-6B0C-090B80A5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9A63-ABE1-0EFF-0560-7C0E7A3D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81070-6036-AA73-B23B-F74AC27C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44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2EED2-6562-6CD3-ED44-0DC01851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1151B-DA66-9A72-DB25-28402320B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5C9E2-1248-6586-18F1-FF90C2CEB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DE556-9F07-42CE-8AB4-6C1DBFF68FD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9C70-E5FD-8606-AF30-FA6F8E8CB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5BB79-BA52-E052-E6FB-E21EFDE32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3BFD-82B5-42AA-BD76-FFC92F33D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88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EB5E-9E4E-CF5B-1744-DAD66C3A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1C40-8F15-292B-AD41-A9B52E13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10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Project Overview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ABA76C-FA65-6B11-0ED9-BFC7D28222EE}"/>
              </a:ext>
            </a:extLst>
          </p:cNvPr>
          <p:cNvSpPr/>
          <p:nvPr/>
        </p:nvSpPr>
        <p:spPr>
          <a:xfrm>
            <a:off x="0" y="0"/>
            <a:ext cx="12192000" cy="361723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80AE9-AE6C-B9E0-4AD9-EAE382FB87DB}"/>
              </a:ext>
            </a:extLst>
          </p:cNvPr>
          <p:cNvSpPr/>
          <p:nvPr/>
        </p:nvSpPr>
        <p:spPr>
          <a:xfrm>
            <a:off x="0" y="6492875"/>
            <a:ext cx="12192000" cy="361723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A5CD285-4566-6CD2-6493-8F8CF9096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7130" y="2048050"/>
            <a:ext cx="8531941" cy="2615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Full-stack web application Compares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ESG scores across companies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Built using Java Spring Boot + React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Provides analytics dashboard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919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E814-A38E-2F4E-6D00-98780FFD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10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The Problem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8C485-71ED-72B4-72DB-8DB4EB02FE85}"/>
              </a:ext>
            </a:extLst>
          </p:cNvPr>
          <p:cNvSpPr/>
          <p:nvPr/>
        </p:nvSpPr>
        <p:spPr>
          <a:xfrm>
            <a:off x="0" y="0"/>
            <a:ext cx="12192000" cy="361723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E4B41-A4DB-4C7A-F14E-AFFD9F1EDCB3}"/>
              </a:ext>
            </a:extLst>
          </p:cNvPr>
          <p:cNvSpPr/>
          <p:nvPr/>
        </p:nvSpPr>
        <p:spPr>
          <a:xfrm>
            <a:off x="0" y="6492875"/>
            <a:ext cx="12192000" cy="361723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176A600-4AAF-DF01-4C34-950AE6B17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7130" y="2048050"/>
            <a:ext cx="8531941" cy="2615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ESG data analysis is complex and time-consuming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Difficult to compare multiple companies efficiently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No centralized platform for ESG benchmarking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Lack of AI-driven insights for decision making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2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E2F2-F25D-2A52-2900-CE7CF615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741B-4DDB-B9EA-ADC3-2DC448CDE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13" y="1690688"/>
            <a:ext cx="10515600" cy="4351338"/>
          </a:xfrm>
        </p:spPr>
        <p:txBody>
          <a:bodyPr/>
          <a:lstStyle/>
          <a:p>
            <a:r>
              <a:rPr lang="en-IN" dirty="0"/>
              <a:t>Frontend: React + Tailwind CSS </a:t>
            </a:r>
          </a:p>
          <a:p>
            <a:r>
              <a:rPr lang="en-IN" dirty="0"/>
              <a:t>Backend: Spring Boot (REST APIs) </a:t>
            </a:r>
          </a:p>
          <a:p>
            <a:r>
              <a:rPr lang="en-IN" dirty="0"/>
              <a:t>AI Service: Flask + </a:t>
            </a:r>
            <a:r>
              <a:rPr lang="en-IN" dirty="0" err="1"/>
              <a:t>Groq</a:t>
            </a:r>
            <a:r>
              <a:rPr lang="en-IN" dirty="0"/>
              <a:t> API </a:t>
            </a:r>
          </a:p>
          <a:p>
            <a:r>
              <a:rPr lang="en-IN" dirty="0"/>
              <a:t>Database: PostgreSQL + Redis Cache </a:t>
            </a:r>
          </a:p>
          <a:p>
            <a:r>
              <a:rPr lang="en-IN" dirty="0"/>
              <a:t>Deployment: Docker Compose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Flow </a:t>
            </a:r>
            <a:br>
              <a:rPr lang="en-IN" dirty="0"/>
            </a:br>
            <a:r>
              <a:rPr lang="en-IN" dirty="0"/>
              <a:t>React → Spring Boot → AI Service → Database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52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7798-9FB6-9815-2830-9A93764B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612808"/>
            <a:ext cx="10515600" cy="1325563"/>
          </a:xfrm>
        </p:spPr>
        <p:txBody>
          <a:bodyPr/>
          <a:lstStyle/>
          <a:p>
            <a:r>
              <a:rPr lang="en-IN" b="1" dirty="0"/>
              <a:t>DEMO FLOW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29365-8A40-533B-F2C4-BDE6E6B5C2BB}"/>
              </a:ext>
            </a:extLst>
          </p:cNvPr>
          <p:cNvSpPr/>
          <p:nvPr/>
        </p:nvSpPr>
        <p:spPr>
          <a:xfrm>
            <a:off x="0" y="6492874"/>
            <a:ext cx="12192000" cy="365125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06514-66D0-929A-C3BA-1340067A7206}"/>
              </a:ext>
            </a:extLst>
          </p:cNvPr>
          <p:cNvSpPr/>
          <p:nvPr/>
        </p:nvSpPr>
        <p:spPr>
          <a:xfrm>
            <a:off x="0" y="7824"/>
            <a:ext cx="12192000" cy="365125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6254F06-8F1E-8B5A-A5A1-122FADCA764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77297" y="1938372"/>
            <a:ext cx="8374626" cy="3261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User logs in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Redirect to dashboard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Data fetched from backend API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Analytics displayed in charts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User can view ESG insights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32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DFAA-79AA-5AF8-6841-F748F4C6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14A69-D3C6-EF34-DC25-A50D8B3ED884}"/>
              </a:ext>
            </a:extLst>
          </p:cNvPr>
          <p:cNvSpPr/>
          <p:nvPr/>
        </p:nvSpPr>
        <p:spPr>
          <a:xfrm>
            <a:off x="0" y="6482442"/>
            <a:ext cx="12192000" cy="375557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314AF-D4A7-CC4E-3CED-6690B44DF1C0}"/>
              </a:ext>
            </a:extLst>
          </p:cNvPr>
          <p:cNvSpPr/>
          <p:nvPr/>
        </p:nvSpPr>
        <p:spPr>
          <a:xfrm>
            <a:off x="0" y="-1"/>
            <a:ext cx="12192000" cy="375557"/>
          </a:xfrm>
          <a:prstGeom prst="rect">
            <a:avLst/>
          </a:prstGeom>
          <a:solidFill>
            <a:srgbClr val="3B5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7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851</TotalTime>
  <Words>115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Project Overview</vt:lpstr>
      <vt:lpstr>The Problem</vt:lpstr>
      <vt:lpstr>ARCHITECTURE</vt:lpstr>
      <vt:lpstr>DEMO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nikhitasl280@outlook.com</dc:creator>
  <cp:lastModifiedBy>Akash koni</cp:lastModifiedBy>
  <cp:revision>31</cp:revision>
  <dcterms:created xsi:type="dcterms:W3CDTF">2026-03-24T07:01:45Z</dcterms:created>
  <dcterms:modified xsi:type="dcterms:W3CDTF">2026-05-07T10:39:53Z</dcterms:modified>
</cp:coreProperties>
</file>